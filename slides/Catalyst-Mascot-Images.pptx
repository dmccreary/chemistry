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D64A-8DFA-C271-DEA2-AC1B1B8E0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2A15B-53BD-9288-50D3-EFD430AA4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6EEE-B401-A7E4-BDDB-6078D0D3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BADF3-8A2C-7E81-C68A-CEDDDD3A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0F00F-15CE-A62B-DED4-C4D5717B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4149-FDF2-4653-B997-59D73A9F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5098-285E-364D-707E-46211700B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94D3-196A-5622-50C6-D62F4CA5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11F99-1639-B155-A2D6-496EB12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9B446-CFC9-B29F-15FB-0E78AD2B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3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76D2-167B-A5E4-A7FE-072A7DB4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ABFAD-C605-BCC4-8793-C642D0945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DD17E-732B-D1E8-B100-391AE155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B1494-8934-62C6-CB32-5603644D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EE243-43B2-9356-5C59-287E7DEF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4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2592-730D-0CB2-DD74-47772EA6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A31B-25E9-4E78-1FC3-CE8C7699B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452B7-910A-4B73-CD0C-55B677311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D0C77-EFE9-1511-B11E-6955AF13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C3865-2BCA-D715-C1CB-6A725924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1234F-B645-872F-6A63-9CF0A293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1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86CE-3D0A-6EB4-F05C-77B4AE13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5970B-D3DC-AECF-5B7D-ED49EF0F1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0A407-962D-B69F-B9D7-D11F9D079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F9D54-13C4-D682-7009-CB7092191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2D111-3DBE-262B-556D-D287BA4CE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552B8-8D26-596F-F77B-4AFF3EE9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01E194-E4E9-BE3A-C6F3-752EBB12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20A51F-D733-9BB9-1CCD-B0B2C830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4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D4B3-3947-5891-83BF-15B211DB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C3A2F-FA41-ACD0-F603-4C8166DC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0F6E1-91EC-7C1C-E57C-67078E7D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19AD-42C3-8068-2259-C523073D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9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619BD-F954-E4E7-DB86-0EF05671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3DA1C-C297-C5C1-DA0B-14DCCDC0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A84C-251D-D993-874C-0841BB01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8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7C61F-DAF9-64C1-9468-BEE25F239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81D61-43AF-E55B-80C5-BE194DB5C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6981C-2777-7090-5FD8-4B961C986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0035B-B92B-365B-3C73-EEFD986F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D71A3-2A56-0453-B728-44325BA5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A18B2-337B-D084-0BDC-271E3D15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9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064-88AD-5C6B-1792-520D7189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EDB13-26C4-C122-DFBA-6ADA85466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FC367-D38E-8CB9-1689-BE8B50627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28B9D-B090-644A-632B-43274188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01ED3-5484-3031-5CBD-5746D963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CA77D-6F25-54C6-079C-FCDD2605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1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EAAF-C014-C49D-C5D3-872907A8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4A354-7F74-0C07-50FD-B94D5016C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47F32-957D-99A5-C9C3-FC5D1DC2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71608-1612-1276-04E5-B46F5F1A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C05DE-51B8-D447-0FBD-C81F261C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5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2556E-37B3-7EF9-D94F-15619F795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9F746-340B-55E3-7917-6155AEA95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EE82A-F544-D1E4-58DB-AE3497F7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10ECF-6527-00F3-4261-1F3963D3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19FB-B163-1E16-221A-26A942C2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5079E-1B37-23E5-1E11-C23AA13D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F25E1-E173-C5AC-EF3A-6F2CCC9D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D158-D6EB-9FB2-A0AD-83C2E3E0B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D9B87-B592-FD43-ABD5-DED824E0159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265B-FA30-60CE-AFEA-DEF81F52A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10EAD-B110-2A88-6424-E43172D34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986B2-D012-4040-AC74-07CCA3F15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cat wearing goggles and a white coat&#10;&#10;AI-generated content may be incorrect.">
            <a:extLst>
              <a:ext uri="{FF2B5EF4-FFF2-40B4-BE49-F238E27FC236}">
                <a16:creationId xmlns:a16="http://schemas.microsoft.com/office/drawing/2014/main" id="{995A939E-7BA9-99BA-1A8D-2B293674C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37" t="6492" r="17382" b="8337"/>
          <a:stretch>
            <a:fillRect/>
          </a:stretch>
        </p:blipFill>
        <p:spPr>
          <a:xfrm>
            <a:off x="4139514" y="593124"/>
            <a:ext cx="3991232" cy="5449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4ACC38-CEB0-54A9-8C78-D6F04245127F}"/>
              </a:ext>
            </a:extLst>
          </p:cNvPr>
          <p:cNvSpPr txBox="1"/>
          <p:nvPr/>
        </p:nvSpPr>
        <p:spPr>
          <a:xfrm>
            <a:off x="1062681" y="963827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Thinking</a:t>
            </a:r>
          </a:p>
        </p:txBody>
      </p:sp>
    </p:spTree>
    <p:extLst>
      <p:ext uri="{BB962C8B-B14F-4D97-AF65-F5344CB8AC3E}">
        <p14:creationId xmlns:p14="http://schemas.microsoft.com/office/powerpoint/2010/main" val="118333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cat wearing white lab coat and goggles&#10;&#10;AI-generated content may be incorrect.">
            <a:extLst>
              <a:ext uri="{FF2B5EF4-FFF2-40B4-BE49-F238E27FC236}">
                <a16:creationId xmlns:a16="http://schemas.microsoft.com/office/drawing/2014/main" id="{17B7145B-0F3D-D555-A906-8EFF06C1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781050"/>
            <a:ext cx="4445000" cy="529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60AFE-DA92-66D9-77B4-0D24AD177BC0}"/>
              </a:ext>
            </a:extLst>
          </p:cNvPr>
          <p:cNvSpPr txBox="1"/>
          <p:nvPr/>
        </p:nvSpPr>
        <p:spPr>
          <a:xfrm>
            <a:off x="1235676" y="815546"/>
            <a:ext cx="135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Celebration</a:t>
            </a:r>
          </a:p>
        </p:txBody>
      </p:sp>
    </p:spTree>
    <p:extLst>
      <p:ext uri="{BB962C8B-B14F-4D97-AF65-F5344CB8AC3E}">
        <p14:creationId xmlns:p14="http://schemas.microsoft.com/office/powerpoint/2010/main" val="128739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2026-02-19T18:45:28Z</dcterms:created>
  <dcterms:modified xsi:type="dcterms:W3CDTF">2026-02-19T18:57:29Z</dcterms:modified>
</cp:coreProperties>
</file>